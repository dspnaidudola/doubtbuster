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1">
                <a:solidFill>
                  <a:srgbClr val="26D6BE"/>
                </a:solidFill>
                <a:latin typeface="Aptos"/>
              </a:rPr>
              <a:t>GMRIT  |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2412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800" b="1">
                <a:solidFill>
                  <a:srgbClr val="F5F8FC"/>
                </a:solidFill>
                <a:latin typeface="Aptos"/>
              </a:rPr>
              <a:t>DOUBTBUSTER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200" b="0">
                <a:solidFill>
                  <a:srgbClr val="B4C2D6"/>
                </a:solidFill>
                <a:latin typeface="Aptos"/>
              </a:rPr>
              <a:t>AI-powered student doubt-solving 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99232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1">
                <a:solidFill>
                  <a:srgbClr val="26D6BE"/>
                </a:solidFill>
                <a:latin typeface="Aptos"/>
              </a:rPr>
              <a:t>Academic support • Document-based learning • Coding 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10469880" cy="16002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33672"/>
            <a:ext cx="1006754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690872"/>
            <a:ext cx="10067544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F5F8FC"/>
                </a:solidFill>
                <a:latin typeface="Aptos"/>
              </a:rPr>
              <a:t>P Krishna Vamsi  —  23341a05i1
D Sai Praneeth Naidu  —  23341a0570
M Shanmukha Rao (Team Leader)  —  24345a0523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6D6BE"/>
                </a:solidFill>
                <a:latin typeface="Aptos"/>
              </a:rPr>
              <a:t>01  |  PROJECT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700" b="1">
                <a:solidFill>
                  <a:srgbClr val="F5F8FC"/>
                </a:solidFill>
                <a:latin typeface="Aptos"/>
              </a:rPr>
              <a:t>Problem, aim and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480974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480974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F5F8FC"/>
                </a:solidFill>
                <a:latin typeface="Aptos"/>
              </a:rPr>
              <a:t>• Students may not get immediate answers outside class hours.
• Course materials can be difficult to search and understand.
• Learners need support with concepts, mathematics and programming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21208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764792"/>
            <a:ext cx="480974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PROJECT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221992"/>
            <a:ext cx="480974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Build a unified learning-support application that helps students ask questions, learn from uploaded study documents and practise coding.
KEY OBJECTIVES
• Provide AI-assisted explanations.
• Support document-based question answering.
• Offer math and Python assistance.
• Keep useful learning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6D6BE"/>
                </a:solidFill>
                <a:latin typeface="Aptos"/>
              </a:rPr>
              <a:t>02  |  TECHNICAL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700" b="1">
                <a:solidFill>
                  <a:srgbClr val="F5F8FC"/>
                </a:solidFill>
                <a:latin typeface="Aptos"/>
              </a:rPr>
              <a:t>Technology stack and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F5F8FC"/>
                </a:solidFill>
                <a:latin typeface="Aptos"/>
              </a:rPr>
              <a:t>Streamlit
Student and faculty pages
Interactive question and upload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APPLICATION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F5F8FC"/>
                </a:solidFill>
                <a:latin typeface="Aptos"/>
              </a:rPr>
              <a:t>Python services
Question routing
Tutoring, retrieval, math and code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DATA &amp;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F5F8FC"/>
                </a:solidFill>
                <a:latin typeface="Aptos"/>
              </a:rPr>
              <a:t>SQLite database
LLM integration and offline support
TF-IDF retrieval for documents and FAQ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D6BE"/>
                </a:solidFill>
                <a:latin typeface="Aptos"/>
              </a:rPr>
              <a:t>Flow: Student / Faculty → Streamlit interface → Python services → AI &amp; retrieval modules → SQLite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6D6BE"/>
                </a:solidFill>
                <a:latin typeface="Aptos"/>
              </a:rPr>
              <a:t>03  |  CORE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700" b="1">
                <a:solidFill>
                  <a:srgbClr val="F5F8FC"/>
                </a:solidFill>
                <a:latin typeface="Aptos"/>
              </a:rPr>
              <a:t>Doubt-solving workflow and AI tutoring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315468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5740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26D6BE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2148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F5F8FC"/>
                </a:solidFill>
                <a:latin typeface="Aptos"/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10128"/>
            <a:ext cx="214884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B4C2D6"/>
                </a:solidFill>
                <a:latin typeface="Aptos"/>
              </a:rPr>
              <a:t>Student enters a question or selects a learning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828800"/>
            <a:ext cx="2514600" cy="315468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05740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26D6B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743200"/>
            <a:ext cx="2148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F5F8FC"/>
                </a:solidFill>
                <a:latin typeface="Aptos"/>
              </a:rPr>
              <a:t>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310128"/>
            <a:ext cx="214884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B4C2D6"/>
                </a:solidFill>
                <a:latin typeface="Aptos"/>
              </a:rPr>
              <a:t>The application identifies the suitable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1828800"/>
            <a:ext cx="2514600" cy="315468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05740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26D6B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743200"/>
            <a:ext cx="2148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F5F8FC"/>
                </a:solidFill>
                <a:latin typeface="Aptos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310128"/>
            <a:ext cx="214884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B4C2D6"/>
                </a:solidFill>
                <a:latin typeface="Aptos"/>
              </a:rPr>
              <a:t>AI tutor or specialized module prepares a response.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1828800"/>
            <a:ext cx="2514600" cy="315468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205740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26D6BE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2743200"/>
            <a:ext cx="2148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>
                <a:solidFill>
                  <a:srgbClr val="F5F8FC"/>
                </a:solidFill>
                <a:latin typeface="Aptos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3310128"/>
            <a:ext cx="214884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B4C2D6"/>
                </a:solidFill>
                <a:latin typeface="Aptos"/>
              </a:rPr>
              <a:t>The answer is shown and relevant activity can be stored.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C759"/>
                </a:solidFill>
                <a:latin typeface="Aptos"/>
              </a:rPr>
              <a:t>The documentation describes both an online model integration and an offline tutoring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6D6BE"/>
                </a:solidFill>
                <a:latin typeface="Aptos"/>
              </a:rPr>
              <a:t>04  |  LEARNING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700" b="1">
                <a:solidFill>
                  <a:srgbClr val="F5F8FC"/>
                </a:solidFill>
                <a:latin typeface="Aptos"/>
              </a:rPr>
              <a:t>Document learning, mathematics and coding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480974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DOCUMENT-BASED LEARNING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480974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• Students upload PDF, PPTX or text files.
• Text is prepared and represented using TF-IDF.
• Cosine similarity helps retrieve relevant passages.
• Retrieved content supports answers grounded in the uploaded material.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21208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764792"/>
            <a:ext cx="480974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SPECIALIZED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221992"/>
            <a:ext cx="480974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MATHEMATICS
• Supports selected math and matrix questions.
PROGRAMMING
• Helps diagnose Python code issues.
• Includes coding challenge execution and practice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6D6BE"/>
                </a:solidFill>
                <a:latin typeface="Aptos"/>
              </a:rPr>
              <a:t>05  | 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700" b="1">
                <a:solidFill>
                  <a:srgbClr val="F5F8FC"/>
                </a:solidFill>
                <a:latin typeface="Aptos"/>
              </a:rPr>
              <a:t>Application modules and data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STUDENT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Ask doubts
Use learning tools
Upload study material
Practise programming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FACULTY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Dedicated faculty-facing page
Supports the platform's academic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FAQ &amp;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Smart FAQ chatbot uses TF-IDF and classifiers such as Multinomial Naive Bayes and Logistic Regression.
SQLite stores application records through db_service.py.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6D6BE"/>
                </a:solidFill>
                <a:latin typeface="Aptos"/>
              </a:rPr>
              <a:t>06  |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700" b="1">
                <a:solidFill>
                  <a:srgbClr val="F5F8FC"/>
                </a:solidFill>
                <a:latin typeface="Aptos"/>
              </a:rPr>
              <a:t>Testing, security and running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The project documentation identifies pytest modules for testing backend functions and key workflows.
Test individual services and end-to-end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SECURITY &amp;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Protect uploaded files and user data.
Validate inputs and code execution.
Handle model or network failures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2900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764792"/>
            <a:ext cx="302666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LOCAL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221992"/>
            <a:ext cx="302666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1. Install Python dependencies.
2. Configure required model settings.
3. Start the Streamlit application.
4. Open the app in a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6D6BE"/>
                </a:solidFill>
                <a:latin typeface="Aptos"/>
              </a:rPr>
              <a:t>07  | 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700" b="1">
                <a:solidFill>
                  <a:srgbClr val="F5F8FC"/>
                </a:solidFill>
                <a:latin typeface="Aptos"/>
              </a:rPr>
              <a:t>Conclusion and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480974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26D6BE"/>
                </a:solidFill>
                <a:latin typeface="Aptos"/>
              </a:rPr>
              <a:t>PROJECT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480974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F5F8FC"/>
                </a:solidFill>
                <a:latin typeface="Aptos"/>
              </a:rPr>
              <a:t>DoubtBuster combines AI tutoring, document-based question answering, mathematics help and programming practice in one student-focused application.
Its modular structure separates the interface, services and data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212080" cy="4343400"/>
          </a:xfrm>
          <a:prstGeom prst="roundRect">
            <a:avLst/>
          </a:prstGeom>
          <a:solidFill>
            <a:srgbClr val="14223D"/>
          </a:solidFill>
          <a:ln>
            <a:solidFill>
              <a:srgbClr val="1B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764792"/>
            <a:ext cx="4809744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221992"/>
            <a:ext cx="4809744" cy="3593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• Improve answer accuracy and retrieval quality.
• Expand subject and file-format support.
• Strengthen privacy, validation and execution safeguards.
• Extend testing and usability based on student and faculty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26D6BE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1">
                <a:solidFill>
                  <a:srgbClr val="B4C2D6"/>
                </a:solidFill>
                <a:latin typeface="Aptos"/>
              </a:rPr>
              <a:t>DOUBTBUSTER  • 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26D6BE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